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8A26E"/>
                </a:solidFill>
                <a:latin typeface="Calibri"/>
              </a:defRPr>
            </a:pPr>
            <a:r>
              <a:t>EVENT PHOTOGRAPHY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697480"/>
            <a:ext cx="2103120" cy="25400"/>
          </a:xfrm>
          <a:prstGeom prst="rect">
            <a:avLst/>
          </a:prstGeom>
          <a:solidFill>
            <a:srgbClr val="C8A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 Light"/>
              </a:defRPr>
            </a:pPr>
            <a:r>
              <a:t>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 Light"/>
              </a:defRPr>
            </a:pPr>
            <a:r>
              <a:t>[Your Name / Studio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 Light"/>
              </a:defRPr>
            </a:pPr>
            <a:r>
              <a:t>Capturing Moments That Matter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A26E"/>
                </a:solidFill>
                <a:latin typeface="Calibri Light"/>
              </a:defRPr>
            </a:pPr>
            <a:r>
              <a:t>ABOUT 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371600" cy="25400"/>
          </a:xfrm>
          <a:prstGeom prst="rect">
            <a:avLst/>
          </a:prstGeom>
          <a:solidFill>
            <a:srgbClr val="C8A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 Light"/>
              </a:defRPr>
            </a:pPr>
            <a:r>
              <a:t>I am a professional event photographer with a passion for capturing authentic moments across all types of events — from intimate weddings to large-scale corporate conferences, live concerts, and everything in between.</a:t>
            </a:r>
            <a:br/>
            <a:br/>
            <a:r>
              <a:t>My approach blends documentary storytelling with an eye for detail, ensuring every event is remembered through genuine, emotive imagery.</a:t>
            </a:r>
            <a:br/>
            <a:br/>
            <a:r>
              <a:t>Based in [Your City]. Available worldwide.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1097280"/>
            <a:ext cx="4114800" cy="45720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[Profile / Hero Photo]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A26E"/>
                </a:solidFill>
                <a:latin typeface="Calibri Light"/>
              </a:defRPr>
            </a:pPr>
            <a:r>
              <a:t>OUR CLIENTS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0" y="1143000"/>
            <a:ext cx="1371600" cy="25400"/>
          </a:xfrm>
          <a:prstGeom prst="rect">
            <a:avLst/>
          </a:prstGeom>
          <a:solidFill>
            <a:srgbClr val="C8A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291840" cy="21945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[Brother Printer — Best Shot]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Brother Printer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Calibri Light"/>
              </a:defRPr>
            </a:pPr>
            <a:r>
              <a:t>Product launches, corporate</a:t>
            </a:r>
            <a:br/>
            <a:r>
              <a:t>activations &amp; brand events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79" y="1645920"/>
            <a:ext cx="3291840" cy="21945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[CSA — Best Shot]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79" y="3931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CSA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79" y="4297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Calibri Light"/>
              </a:defRPr>
            </a:pPr>
            <a:r>
              <a:t>Community events,</a:t>
            </a:r>
            <a:br/>
            <a:r>
              <a:t>association gatherings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9" y="1645920"/>
            <a:ext cx="3291840" cy="21945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[GY Beauty — Best Shot]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3931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GY Beauty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4297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Calibri Light"/>
              </a:defRPr>
            </a:pPr>
            <a:r>
              <a:t>Beauty &amp; lifestyle,</a:t>
            </a:r>
            <a:br/>
            <a:r>
              <a:t>brand campaigns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4572000"/>
            <a:ext cx="3291840" cy="14630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[iQiYi — Best Shot]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6126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iQiYi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572000"/>
            <a:ext cx="3291840" cy="14630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[Zontes — Best Shot]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6126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 Light"/>
              </a:defRPr>
            </a:pPr>
            <a:r>
              <a:t>Zontes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8A26E"/>
                </a:solidFill>
                <a:latin typeface="Calibri Light"/>
              </a:defRPr>
            </a:pPr>
            <a:r>
              <a:t>BROTHER PRINTER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 Light"/>
              </a:defRPr>
            </a:pPr>
            <a:r>
              <a:t>Product Launch &amp; Corporate Activation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97280" cy="25400"/>
          </a:xfrm>
          <a:prstGeom prst="rect">
            <a:avLst/>
          </a:prstGeom>
          <a:solidFill>
            <a:srgbClr val="C8A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64465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55555"/>
                </a:solidFill>
                <a:latin typeface="Calibri Light"/>
              </a:defRPr>
            </a:pPr>
            <a:r>
              <a:t>Photos: https://drive.google.com/drive/folders/1sOueZ7NsDPiKXDulcd_UDOpesV7UUR5B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6400800" cy="50292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[Brother Printer — Hero Shot]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280160"/>
            <a:ext cx="4023360" cy="23774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[Brother Printer — Detail/Product]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3931920"/>
            <a:ext cx="4023360" cy="23774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[Brother Printer — Crowd/Atmosphere]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8A26E"/>
                </a:solidFill>
                <a:latin typeface="Calibri Light"/>
              </a:defRPr>
            </a:pPr>
            <a:r>
              <a:t>CSA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 Light"/>
              </a:defRPr>
            </a:pPr>
            <a:r>
              <a:t>Community &amp; Association Event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97280" cy="25400"/>
          </a:xfrm>
          <a:prstGeom prst="rect">
            <a:avLst/>
          </a:prstGeom>
          <a:solidFill>
            <a:srgbClr val="C8A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64465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55555"/>
                </a:solidFill>
                <a:latin typeface="Calibri Light"/>
              </a:defRPr>
            </a:pPr>
            <a:r>
              <a:t>Photos: https://drive.google.com/drive/folders/1PV_iCE1deKmjcUXjrkHLvJ5P7o-WbJsS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6400800" cy="50292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[CSA — Hero Shot]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280160"/>
            <a:ext cx="4023360" cy="23774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[CSA — Keynote/Stage]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3931920"/>
            <a:ext cx="4023360" cy="23774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[CSA — Guests/Networking]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8A26E"/>
                </a:solidFill>
                <a:latin typeface="Calibri Light"/>
              </a:defRPr>
            </a:pPr>
            <a:r>
              <a:t>GY BEAUTY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 Light"/>
              </a:defRPr>
            </a:pPr>
            <a:r>
              <a:t>Beauty &amp; Lifestyle Brand Campaign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97280" cy="25400"/>
          </a:xfrm>
          <a:prstGeom prst="rect">
            <a:avLst/>
          </a:prstGeom>
          <a:solidFill>
            <a:srgbClr val="C8A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64465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55555"/>
                </a:solidFill>
                <a:latin typeface="Calibri Light"/>
              </a:defRPr>
            </a:pPr>
            <a:r>
              <a:t>Photos: https://drive.google.com/drive/folders/1ZavvJBnAlAE3VYEUXad9YDab_MNtB8qD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6400800" cy="50292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[GY Beauty — Hero Shot]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280160"/>
            <a:ext cx="4023360" cy="23774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[GY Beauty — Product/Setup]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3931920"/>
            <a:ext cx="4023360" cy="23774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[GY Beauty — Candid/BTS]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8A26E"/>
                </a:solidFill>
                <a:latin typeface="Calibri Light"/>
              </a:defRPr>
            </a:pPr>
            <a:r>
              <a:t>iQIYI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 Light"/>
              </a:defRPr>
            </a:pPr>
            <a:r>
              <a:t>Entertainment Premiere &amp; Press Conference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97280" cy="25400"/>
          </a:xfrm>
          <a:prstGeom prst="rect">
            <a:avLst/>
          </a:prstGeom>
          <a:solidFill>
            <a:srgbClr val="C8A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64465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55555"/>
                </a:solidFill>
                <a:latin typeface="Calibri Light"/>
              </a:defRPr>
            </a:pPr>
            <a:r>
              <a:t>Photos: https://drive.google.com/drive/folders/1YZFnxhfwNfhpQB7a-UHRkbVwSxcJqUdd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6400800" cy="50292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[iQiYi — Hero Shot]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280160"/>
            <a:ext cx="4023360" cy="23774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[iQiYi — Stage/Red Carpet]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3931920"/>
            <a:ext cx="4023360" cy="23774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[iQiYi — Press/Media]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8A26E"/>
                </a:solidFill>
                <a:latin typeface="Calibri Light"/>
              </a:defRPr>
            </a:pPr>
            <a:r>
              <a:t>ZONTES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 Light"/>
              </a:defRPr>
            </a:pPr>
            <a:r>
              <a:t>Automotive Launch &amp; Brand Activation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97280" cy="25400"/>
          </a:xfrm>
          <a:prstGeom prst="rect">
            <a:avLst/>
          </a:prstGeom>
          <a:solidFill>
            <a:srgbClr val="C8A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64465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55555"/>
                </a:solidFill>
                <a:latin typeface="Calibri Light"/>
              </a:defRPr>
            </a:pPr>
            <a:r>
              <a:t>Photos: https://drive.google.com/drive/folders/1m-A4gOP2gv-XInpkl_Z28aHM7exuRRpd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6400800" cy="50292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[Zontes — Hero Shot]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280160"/>
            <a:ext cx="4023360" cy="23774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[Zontes — Product/Bike]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3931920"/>
            <a:ext cx="4023360" cy="23774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>
                <a:solidFill>
                  <a:srgbClr val="AAAAAA"/>
                </a:solidFill>
                <a:latin typeface="Calibri Light"/>
              </a:defRPr>
            </a:pPr>
            <a:r>
              <a:t>[Zontes — Action/Crowd]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A26E"/>
                </a:solidFill>
                <a:latin typeface="Calibri Light"/>
              </a:defRPr>
            </a:pPr>
            <a:r>
              <a:t>BY 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0" y="1143000"/>
            <a:ext cx="1371600" cy="25400"/>
          </a:xfrm>
          <a:prstGeom prst="rect">
            <a:avLst/>
          </a:prstGeom>
          <a:solidFill>
            <a:srgbClr val="C8A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8A26E"/>
                </a:solidFill>
                <a:latin typeface="Calibri"/>
              </a:defRPr>
            </a:pPr>
            <a:r>
              <a:t>500+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 Light"/>
              </a:defRPr>
            </a:pPr>
            <a:r>
              <a:t>Events Covered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8A26E"/>
                </a:solidFill>
                <a:latin typeface="Calibri"/>
              </a:defRPr>
            </a:pPr>
            <a:r>
              <a:t>50K+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 Light"/>
              </a:defRPr>
            </a:pPr>
            <a:r>
              <a:t>Photos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8A26E"/>
                </a:solidFill>
                <a:latin typeface="Calibri"/>
              </a:defRPr>
            </a:pPr>
            <a:r>
              <a:t>200+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 Light"/>
              </a:defRPr>
            </a:pPr>
            <a:r>
              <a:t>Happy Clients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8A26E"/>
                </a:solidFill>
                <a:latin typeface="Calibri"/>
              </a:defRPr>
            </a:pPr>
            <a:r>
              <a:t>8+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 Light"/>
              </a:defRPr>
            </a:pPr>
            <a:r>
              <a:t>Years of Experience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C8A26E"/>
                </a:solidFill>
                <a:latin typeface="Calibri Light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 Light"/>
              </a:defRPr>
            </a:pPr>
            <a:r>
              <a:t>Absolutely phenomenal work. Every single photo captured the energy and emotion of our event perfectly. We couldn't have asked for a better photographer. Highly recommend!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 Light"/>
              </a:defRPr>
            </a:pPr>
            <a:r>
              <a:t>— [Client Name], [Event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303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alibri Light"/>
              </a:defRPr>
            </a:pPr>
            <a:r>
              <a:t>[Add more testimonials as needed]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8A26E"/>
                </a:solidFill>
                <a:latin typeface="Calibri"/>
              </a:defRPr>
            </a:pPr>
            <a:r>
              <a:t>LET'S WORK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240280"/>
            <a:ext cx="2103120" cy="25400"/>
          </a:xfrm>
          <a:prstGeom prst="rect">
            <a:avLst/>
          </a:prstGeom>
          <a:solidFill>
            <a:srgbClr val="C8A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 Light"/>
              </a:defRPr>
            </a:pPr>
            <a:r>
              <a:t>[Your Name]</a:t>
            </a:r>
            <a:br/>
            <a:br/>
            <a:r>
              <a:t>Email: [your@email.com]</a:t>
            </a:r>
            <a:br/>
            <a:r>
              <a:t>Phone: [+1 234 567 8900]</a:t>
            </a:r>
            <a:br/>
            <a:r>
              <a:t>Website: [www.yourwebsite.com]</a:t>
            </a:r>
            <a:br/>
            <a:r>
              <a:t>Instagram: [@yourhandle]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 Light"/>
              </a:defRPr>
            </a:pPr>
            <a:r>
              <a:t>Available for bookings worldwide  |  Inquire for custom packages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