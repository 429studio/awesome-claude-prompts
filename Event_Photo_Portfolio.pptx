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8A26E"/>
                </a:solidFill>
                <a:latin typeface="Calibri"/>
              </a:defRPr>
            </a:pPr>
            <a:r>
              <a:t>EVENT PHOTOGRAPHY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2697480"/>
            <a:ext cx="2103120" cy="25400"/>
          </a:xfrm>
          <a:prstGeom prst="rect">
            <a:avLst/>
          </a:prstGeom>
          <a:solidFill>
            <a:srgbClr val="C8A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 Light"/>
              </a:defRPr>
            </a:pPr>
            <a:r>
              <a:t>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 Light"/>
              </a:defRPr>
            </a:pPr>
            <a:r>
              <a:t>[Your Name / Studio Name]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 Light"/>
              </a:defRPr>
            </a:pPr>
            <a:r>
              <a:t>Capturing Moments That Matter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8A26E"/>
                </a:solidFill>
                <a:latin typeface="Calibri Light"/>
              </a:defRPr>
            </a:pPr>
            <a:r>
              <a:t>ABOUT ME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371600" cy="25400"/>
          </a:xfrm>
          <a:prstGeom prst="rect">
            <a:avLst/>
          </a:prstGeom>
          <a:solidFill>
            <a:srgbClr val="C8A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 Light"/>
              </a:defRPr>
            </a:pPr>
            <a:r>
              <a:t>I am a professional event photographer with a passion for capturing authentic moments across all types of events — from intimate weddings to large-scale corporate conferences, live concerts, and everything in between.</a:t>
            </a:r>
            <a:br/>
            <a:br/>
            <a:r>
              <a:t>My approach blends documentary storytelling with an eye for detail, ensuring every event is remembered through genuine, emotive imagery.</a:t>
            </a:r>
            <a:br/>
            <a:br/>
            <a:r>
              <a:t>Based in [Your City]. Available worldwide.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0" y="1097280"/>
            <a:ext cx="4114800" cy="4572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[Profile / Hero Photo]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8A26E"/>
                </a:solidFill>
                <a:latin typeface="Calibri Light"/>
              </a:defRPr>
            </a:pPr>
            <a:r>
              <a:t>WHAT I 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0" y="1143000"/>
            <a:ext cx="1371600" cy="25400"/>
          </a:xfrm>
          <a:prstGeom prst="rect">
            <a:avLst/>
          </a:prstGeom>
          <a:solidFill>
            <a:srgbClr val="C8A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2560320" cy="256032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[Weddings &amp; Social Events Photo]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 Light"/>
              </a:defRPr>
            </a:pPr>
            <a:r>
              <a:t>Weddings &amp; Social Events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Calibri Light"/>
              </a:defRPr>
            </a:pPr>
            <a:r>
              <a:t>Engagements, receptions,</a:t>
            </a:r>
            <a:br/>
            <a:r>
              <a:t>birthdays, anniversaries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828800"/>
            <a:ext cx="2560320" cy="256032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[Corporate &amp; Conferences Photo]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 Light"/>
              </a:defRPr>
            </a:pPr>
            <a:r>
              <a:t>Corporate &amp; Conferences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49377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Calibri Light"/>
              </a:defRPr>
            </a:pPr>
            <a:r>
              <a:t>Summits, product launches,</a:t>
            </a:r>
            <a:br/>
            <a:r>
              <a:t>trade shows, galas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828800"/>
            <a:ext cx="2560320" cy="256032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[Concerts &amp; Entertainment Photo]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 Light"/>
              </a:defRPr>
            </a:pPr>
            <a:r>
              <a:t>Concerts &amp; Entertainment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49377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Calibri Light"/>
              </a:defRPr>
            </a:pPr>
            <a:r>
              <a:t>Live music, festivals,</a:t>
            </a:r>
            <a:br/>
            <a:r>
              <a:t>theater, nightlife events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89719" y="1828800"/>
            <a:ext cx="2560320" cy="256032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[Personal &amp; Lifestyle Photo]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19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 Light"/>
              </a:defRPr>
            </a:pPr>
            <a:r>
              <a:t>Personal &amp; Lifestyle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19" y="49377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Calibri Light"/>
              </a:defRPr>
            </a:pPr>
            <a:r>
              <a:t>Portraits, brand shoots,</a:t>
            </a:r>
            <a:br/>
            <a:r>
              <a:t>special occasions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8A26E"/>
                </a:solidFill>
                <a:latin typeface="Calibri Light"/>
              </a:defRPr>
            </a:pPr>
            <a:r>
              <a:t>WEDDINGS &amp; SOCIAL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097280" cy="25400"/>
          </a:xfrm>
          <a:prstGeom prst="rect">
            <a:avLst/>
          </a:prstGeom>
          <a:solidFill>
            <a:srgbClr val="C8A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6400800" cy="502920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[Wedding Photo 1]</a:t>
            </a:r>
          </a:p>
        </p:txBody>
      </p:sp>
      <p:sp>
        <p:nvSpPr>
          <p:cNvPr id="5" name="Rectangle 4"/>
          <p:cNvSpPr/>
          <p:nvPr/>
        </p:nvSpPr>
        <p:spPr>
          <a:xfrm>
            <a:off x="7406640" y="1280160"/>
            <a:ext cx="4023360" cy="237744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[Wedding Photo 2]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3931920"/>
            <a:ext cx="4023360" cy="237744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[Wedding Photo 3]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8A26E"/>
                </a:solidFill>
                <a:latin typeface="Calibri Light"/>
              </a:defRPr>
            </a:pPr>
            <a:r>
              <a:t>CORPORATE &amp; CONFERENCES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097280" cy="25400"/>
          </a:xfrm>
          <a:prstGeom prst="rect">
            <a:avLst/>
          </a:prstGeom>
          <a:solidFill>
            <a:srgbClr val="C8A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6400800" cy="502920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[Corporate Photo 1]</a:t>
            </a:r>
          </a:p>
        </p:txBody>
      </p:sp>
      <p:sp>
        <p:nvSpPr>
          <p:cNvPr id="5" name="Rectangle 4"/>
          <p:cNvSpPr/>
          <p:nvPr/>
        </p:nvSpPr>
        <p:spPr>
          <a:xfrm>
            <a:off x="7406640" y="1280160"/>
            <a:ext cx="4023360" cy="237744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[Corporate Photo 2]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3931920"/>
            <a:ext cx="4023360" cy="237744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[Corporate Photo 3]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8A26E"/>
                </a:solidFill>
                <a:latin typeface="Calibri Light"/>
              </a:defRPr>
            </a:pPr>
            <a:r>
              <a:t>CONCERTS &amp; ENTERTAINMENT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097280" cy="25400"/>
          </a:xfrm>
          <a:prstGeom prst="rect">
            <a:avLst/>
          </a:prstGeom>
          <a:solidFill>
            <a:srgbClr val="C8A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6400800" cy="502920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[Concert Photo 1]</a:t>
            </a:r>
          </a:p>
        </p:txBody>
      </p:sp>
      <p:sp>
        <p:nvSpPr>
          <p:cNvPr id="5" name="Rectangle 4"/>
          <p:cNvSpPr/>
          <p:nvPr/>
        </p:nvSpPr>
        <p:spPr>
          <a:xfrm>
            <a:off x="7406640" y="1280160"/>
            <a:ext cx="4023360" cy="237744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[Concert Photo 2]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3931920"/>
            <a:ext cx="4023360" cy="237744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[Concert Photo 3]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8A26E"/>
                </a:solidFill>
                <a:latin typeface="Calibri Light"/>
              </a:defRPr>
            </a:pPr>
            <a:r>
              <a:t>LIFESTYLE &amp; PORTRAITS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097280" cy="25400"/>
          </a:xfrm>
          <a:prstGeom prst="rect">
            <a:avLst/>
          </a:prstGeom>
          <a:solidFill>
            <a:srgbClr val="C8A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6400800" cy="502920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[Lifestyle Photo 1]</a:t>
            </a:r>
          </a:p>
        </p:txBody>
      </p:sp>
      <p:sp>
        <p:nvSpPr>
          <p:cNvPr id="5" name="Rectangle 4"/>
          <p:cNvSpPr/>
          <p:nvPr/>
        </p:nvSpPr>
        <p:spPr>
          <a:xfrm>
            <a:off x="7406640" y="1280160"/>
            <a:ext cx="4023360" cy="237744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[Lifestyle Photo 2]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3931920"/>
            <a:ext cx="4023360" cy="2377440"/>
          </a:xfrm>
          <a:prstGeom prst="rect">
            <a:avLst/>
          </a:prstGeom>
          <a:solidFill>
            <a:srgbClr val="2A2A2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100">
                <a:solidFill>
                  <a:srgbClr val="AAAAAA"/>
                </a:solidFill>
                <a:latin typeface="Calibri Light"/>
              </a:defRPr>
            </a:pPr>
            <a:r>
              <a:t>[Lifestyle Photo 3]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8A26E"/>
                </a:solidFill>
                <a:latin typeface="Calibri Light"/>
              </a:defRPr>
            </a:pPr>
            <a:r>
              <a:t>BY THE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0" y="1143000"/>
            <a:ext cx="1371600" cy="25400"/>
          </a:xfrm>
          <a:prstGeom prst="rect">
            <a:avLst/>
          </a:prstGeom>
          <a:solidFill>
            <a:srgbClr val="C8A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8A26E"/>
                </a:solidFill>
                <a:latin typeface="Calibri"/>
              </a:defRPr>
            </a:pPr>
            <a:r>
              <a:t>500+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 Light"/>
              </a:defRPr>
            </a:pPr>
            <a:r>
              <a:t>Events Covered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22860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8A26E"/>
                </a:solidFill>
                <a:latin typeface="Calibri"/>
              </a:defRPr>
            </a:pPr>
            <a:r>
              <a:t>50K+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 Light"/>
              </a:defRPr>
            </a:pPr>
            <a:r>
              <a:t>Photos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8A26E"/>
                </a:solidFill>
                <a:latin typeface="Calibri"/>
              </a:defRPr>
            </a:pPr>
            <a:r>
              <a:t>200+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 Light"/>
              </a:defRPr>
            </a:pPr>
            <a:r>
              <a:t>Happy Clients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2860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8A26E"/>
                </a:solidFill>
                <a:latin typeface="Calibri"/>
              </a:defRPr>
            </a:pPr>
            <a:r>
              <a:t>8+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600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 Light"/>
              </a:defRPr>
            </a:pPr>
            <a:r>
              <a:t>Years of Experience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C8A26E"/>
                </a:solidFill>
                <a:latin typeface="Calibri Light"/>
              </a:defRPr>
            </a:pPr>
            <a: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 Light"/>
              </a:defRPr>
            </a:pPr>
            <a:r>
              <a:t>Absolutely phenomenal work. Every single photo captured the energy and emotion of our event perfectly. We couldn't have asked for a better photographer. Highly recommend!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 Light"/>
              </a:defRPr>
            </a:pPr>
            <a:r>
              <a:t>— [Client Name], [Event Name]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303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55555"/>
                </a:solidFill>
                <a:latin typeface="Calibri Light"/>
              </a:defRPr>
            </a:pPr>
            <a:r>
              <a:t>[Add more testimonials as needed]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8A26E"/>
                </a:solidFill>
                <a:latin typeface="Calibri"/>
              </a:defRPr>
            </a:pPr>
            <a:r>
              <a:t>LET'S WORK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2240280"/>
            <a:ext cx="2103120" cy="25400"/>
          </a:xfrm>
          <a:prstGeom prst="rect">
            <a:avLst/>
          </a:prstGeom>
          <a:solidFill>
            <a:srgbClr val="C8A2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 Light"/>
              </a:defRPr>
            </a:pPr>
            <a:r>
              <a:t>[Your Name]</a:t>
            </a:r>
            <a:br/>
            <a:br/>
            <a:r>
              <a:t>Email: [your@email.com]</a:t>
            </a:r>
            <a:br/>
            <a:r>
              <a:t>Phone: [+1 234 567 8900]</a:t>
            </a:r>
            <a:br/>
            <a:r>
              <a:t>Website: [www.yourwebsite.com]</a:t>
            </a:r>
            <a:br/>
            <a:r>
              <a:t>Instagram: [@yourhandle]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AA"/>
                </a:solidFill>
                <a:latin typeface="Calibri Light"/>
              </a:defRPr>
            </a:pPr>
            <a:r>
              <a:t>Available for bookings worldwide  |  Inquire for custom packages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